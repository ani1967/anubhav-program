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A opener for Cycle 8: Harvest. Read the title and subtitle aloud, then move straight to the year-progress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current cycle in gold, completed cycles in ice blue, and upcoming cycles in grey.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goal aloud briefly; these three drive what 'success' means for this cycle's Practice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only if the room is slow to generate its own Problem Ledger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synthesis is in the companion Reading Brief — this is the compressed, spoken version. Keep this slide to under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of 3-4 design their plan against these three criteria before the Commit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capture (voice note, photo, or video) is due at least twice during the Weeks 1-4 trial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this now so teachers know what 'return' will require before they leave Session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line every cycle — the repetition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ANUBHAV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8 OF 8  ·  WEEKS 43–48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Harvest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Consolidation, Showcase, and Next Year's Design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Co-Researcher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In The Year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550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3550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834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2539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202539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8823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Motivation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528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341528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7812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Pedagogy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5172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805172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8012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Feedback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5060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195060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57900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the Teacher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494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758494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4778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7483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897483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83767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&amp; Differentiation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6472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1036472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22756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— Cycle 8. Approximately six weeks, inside your normal paid hours.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Goals For This 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0" y="155448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55448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year's Practice Card library as a body of work, not scattered artifacts.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011680" y="301752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01752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showcase the cycle each teacher is proudest of.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011680" y="448056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48056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facilitators for next year from among this year's most active contributors.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Kind Of Problem This Cycle Is For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illustrations, not the agenda — your own Problem Ledger entries take priority.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3291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Practice Card from Cycle 2 was never picked up or tried by anyone outside its original author's classroom.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120640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Ledger has three recurring, unresolved problems that no single cycle fully solved this year.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Practice Briefing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and new practice, synthesised for this cycle's problem.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library goes stale without deliberate re-circulation — communities of practice have to curate, not just accumulate.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33756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Japan's public research lessons open the best classroom work to a wider audience, not just the originating teacher.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75488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has to be named structurally: this year's most active contributors become next year's facilitators.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Design Sprint — What A Good Plan States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different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change you're making to a routine, task, or policy — not a vague intention.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7880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it'll be noticed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actually look or listen for in the classroom, so you know if the change happened.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7356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would look like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signal, however small, that you'd count as this trial working.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Cycle's Six Weeks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1927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1188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Trial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5391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4652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8855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28116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8116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Session B Looks Like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12080" cy="35661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Circles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what happened — wins and honest failures both. No-judgement norm, stated aloud.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212080" cy="3566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Mint Workshop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that worked become a one-page Practice Card, credited to you by name, added to the shared library.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one real problem.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this cycle builds from there.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2026-07-24T14:40:34Z</dcterms:created>
  <dcterms:modified xsi:type="dcterms:W3CDTF">2026-07-24T14:40:34Z</dcterms:modified>
</cp:coreProperties>
</file>