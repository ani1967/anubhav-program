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7: Inclusion &amp; Differentiation.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7 OF 8  ·  WEEKS 37–42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 &amp; Differentiation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Variability From the Start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Problem-Solver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7.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one task using a Universal Design for Learning lens, rather than reacting case-by-case.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anticipating learner variability (UDL) from reacting to it after the fact (traditional differentiation).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 change that helps more than one student at once, not a single individualised fix.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is making one-off accommodations for individual students reactively, and it's becoming unsustainable.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with limited English proficiency and a student with a reading difficulty both struggle with the same worksheet, for different reasons.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UDL anticipates learner variability up front; differentiation reacts to it one student at a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controlled comparison found 44 of 60 minutes engaged under UDL, versus 19 minutes in a matched class.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depends on structural support — class size and resources shape how much flexibility a teacher can offer.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