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 opener for Cycle 4: Assessment &amp; Feedback. Read the title and subtitle aloud, then move straight to the year-progress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current cycle in gold, completed cycles in ice blue, and upcoming cycles in grey.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 briefly; these three drive what 'success' means for this cycle's Practice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only if the room is slow to generate its own Problem Ledger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synthesis is in the companion Reading Brief — this is the compressed, spoken version. Keep this slide to under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3-4 design their plan against these three criteria before the Commit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capture (voice note, photo, or video) is due at least twice during the Weeks 1-4 trial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this now so teachers know what 'return' will require before they leave Session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 every cycle — the repetition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ANUBHAV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4 OF 8  ·  WEEKS 19–24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Feedback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That Actually Moves Learning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Practitioner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550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3550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834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539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02539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8823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Motivation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528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41528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7812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Pedagogy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5172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805172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8012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060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195060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57900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the Teacher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494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58494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4778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483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897483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3767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Differentiation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6472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472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22756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— Cycle 4. Approximately six weeks, inside your normal paid hours.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For This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0" y="155448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55448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at least one piece of vague or grade-only feedback with task-, process-, or self-regulation-level feedback.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01752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lightweight formative check into an existing routine, not as extra work.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011680" y="448056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48056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difference between feedback students act on and feedback they ignore.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Kind Of Problem This Cycle Is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illustrations, not the agenda — your own Problem Ledger entries take priority.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291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glance at the grade on returned work and never read the comments underneath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12064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can't tell, in the moment, which half of the class actually understood today's lesson.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Practice Briefing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and new practice, synthesised for this cycle's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only moves learning when it's timely, specific, and tied to a clear standard (Hattie &amp; Timperley).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exist — task, process, self-regulation — and most classroom feedback never leaves level one.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7548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tied to grades or personal traits has a low, even negative, effect on motivation.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 Sprint — What A Good Plan States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different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change you're making to a routine, task, or policy — not a vague intention.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880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it'll be noticed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actually look or listen for in the classroom, so you know if the change happened.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would look like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signal, however small, that you'd count as this trial working.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Cycle's Six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927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Trial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391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4652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28116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Session B Looks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35661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Circles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what happened — wins and honest failures both. No-judgement norm, stated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212080" cy="3566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Mint Workshop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that worked become a one-page Practice Card, credited to you by name, added to the shared library.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one real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this cycle builds from there.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2026-07-24T14:40:34Z</dcterms:created>
  <dcterms:modified xsi:type="dcterms:W3CDTF">2026-07-24T14:40:34Z</dcterms:modified>
</cp:coreProperties>
</file>